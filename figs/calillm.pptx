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5"/>
  </p:normalViewPr>
  <p:slideViewPr>
    <p:cSldViewPr snapToGrid="0">
      <p:cViewPr varScale="1">
        <p:scale>
          <a:sx n="121" d="100"/>
          <a:sy n="121" d="100"/>
        </p:scale>
        <p:origin x="2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743DB-F06A-86AF-1256-9F4C162BF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60CD4F-B64C-3A90-BC9F-794653D300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70BC1-B4F9-239D-D9C1-D457A1111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DFD950-C8AB-67A0-5520-FEFB80B13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8AE90-E156-6DF0-E817-3183F17CF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96963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077EC-0DC2-89D8-4D21-298B2A6E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AD110-B083-A234-697C-9219398FEF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336DE-2DD5-932D-F842-A6A1436F3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4DBA1-6658-DE3B-2BEA-8F78B51DFC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420C9-4713-C71C-FB60-F2DFDBCDF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4427346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C0B6-28DA-C67E-43C3-B0BC51A2CA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5578C5-DD4C-F157-FE70-BAB7AE1CB8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1DA636-C729-8C46-425B-4ED7DEE60E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4067B-98F6-9366-5F53-A6A298CCE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386D71-81A8-52F8-6784-9A880263A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89868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19E42-7DE4-D8A4-6221-3D959C677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11539-D1EF-0639-1048-BC4F776799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7D3B3D-EF2C-4770-26C4-A281C723B7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3F1AF5-7884-F717-108D-3F4618FA32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56A51A-88E5-25D9-DCCB-1D991B09F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004CEC-9599-F7DE-1192-764CBA314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42629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730F5-D509-2738-B6EB-DC06C6C23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BBD90E-8758-83F1-7BCF-96C213C7D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D8453-9D5B-36A3-C604-AACFB95E65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944C2A-7D4A-7226-DA9F-DDF0D6D38B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06AE0-0F72-A0C4-DFB2-BAA63AD86F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BE0318-1BFF-0F0E-718A-CEA7010C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88B421-C5EF-C51A-E915-421047FEF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AECCA6-54E4-1405-0142-6565836DB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86801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27D5-9626-92A6-51E6-ADFA512B9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3B194B-4F69-9C1F-B695-FEA00B9E5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624D5B-2CAA-3F63-2663-F524DFB4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24A359-1870-0FF2-00D2-F7B169C61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8847667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07FE75-A4B9-47FA-E8B2-1E47DB9DF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90A59-E12C-DC5C-571B-5A4A66238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84017-0B8D-FE10-CAAE-ABBBE2F28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51867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68F40-FD63-A2EA-E44A-AEDCABF87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CC7A5-499F-3810-3AAB-69E76712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9D3B5A-66D8-04E3-2A7D-8ACA231232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9573A3-ABCB-48C9-6600-B05ED3C68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55F56-6ADB-BC19-5475-1B43FEEBC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320E2-0196-22C0-A02A-F8D580994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115220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B0505F-16F5-7554-D784-BAC08D0F3F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3AEC33-ADF7-1EDF-6702-AF253AF0EE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30B81D-7CF6-FEC6-1FBC-4F20050530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5449E-FE8E-3A80-42D3-CCE8531F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487C3F-B12F-F036-3301-884033C1F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BEF2FC-6619-6735-273F-E40E59B6E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2928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E5BAB-7300-1FE5-4372-C0D3C81BF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E7F4F-7148-C8EA-F831-DCC1A30CBF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9A757-64CF-68F1-AECE-73C6F47C2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D53D2A-04B9-6E8F-FA50-E9C21246A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05D36-B911-D891-215E-1C97C217A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519698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9F6759-6946-1591-8D24-F02C0C6DFE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A990E1-0E41-6874-D266-7A54428B6D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50C28E-E122-950B-4426-580569ABA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D3A09-174C-55A8-2965-B0C151379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804A2-385B-89CC-5F7F-38E779654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4278090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90A28F-592B-2A3A-D905-EA1305413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82D6DE-C416-E6DA-461C-5CB370269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C6C11-2529-F940-0CC3-4BF0272912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461893-0AD1-F94B-9936-D5CE47A641BD}" type="datetimeFigureOut">
              <a:rPr lang="en-CN" smtClean="0"/>
              <a:t>2023/11/1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A3B41-CD1D-EFF9-C8CC-64386397E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C95777-38CC-8159-0915-91527F122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E54ABB-2233-E442-85D0-879CB73A0FA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35671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91D869E-9869-3D82-63F3-83034D95E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0" y="1270000"/>
            <a:ext cx="63500" cy="7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465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1276180641@qq.com</dc:creator>
  <cp:lastModifiedBy>1276180641@qq.com</cp:lastModifiedBy>
  <cp:revision>1</cp:revision>
  <dcterms:created xsi:type="dcterms:W3CDTF">2023-11-01T07:23:09Z</dcterms:created>
  <dcterms:modified xsi:type="dcterms:W3CDTF">2023-11-01T07:24:01Z</dcterms:modified>
</cp:coreProperties>
</file>